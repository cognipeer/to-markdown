
<file path=[Content_Types].xml><?xml version="1.0" encoding="utf-8"?>
<Types xmlns="http://schemas.openxmlformats.org/package/2006/content-types">
  <Default Extension="bin" ContentType="application/vnd.openxmlformats-officedocument.presentationml.printerSettings"/>
  <Default Extension="jpeg" ContentType="image/jpe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7"/>
    <p:sldId id="257" r:id="rId8"/>
    <p:sldId id="258" r:id="rId9"/>
    <p:sldId id="259" r:id="rId10"/>
    <p:sldId id="260" r:id="rId11"/>
    <p:sldId id="261" r:id="rId12"/>
  </p:sldIdLst>
  <p:sldSz cx="9144000" cy="6858000" type="screen4x3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 snapToObjects="1">
      <p:cViewPr varScale="1">
        <p:scale>
          <a:sx n="124" d="100"/>
          <a:sy n="124" d="100"/>
        </p:scale>
        <p:origin x="-1512" y="-112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printerSettings" Target="printerSettings/printerSettings1.bin"/><Relationship Id="rId3" Type="http://schemas.openxmlformats.org/officeDocument/2006/relationships/presProps" Target="presProps.xml"/><Relationship Id="rId4" Type="http://schemas.openxmlformats.org/officeDocument/2006/relationships/viewProps" Target="viewProps.xml"/><Relationship Id="rId5" Type="http://schemas.openxmlformats.org/officeDocument/2006/relationships/theme" Target="theme/theme1.xml"/><Relationship Id="rId6" Type="http://schemas.openxmlformats.org/officeDocument/2006/relationships/tableStyles" Target="tableStyles.xml"/><Relationship Id="rId7" Type="http://schemas.openxmlformats.org/officeDocument/2006/relationships/slide" Target="slides/slide1.xml"/><Relationship Id="rId8" Type="http://schemas.openxmlformats.org/officeDocument/2006/relationships/slide" Target="slides/slide2.xml"/><Relationship Id="rId9" Type="http://schemas.openxmlformats.org/officeDocument/2006/relationships/slide" Target="slides/slide3.xml"/><Relationship Id="rId10" Type="http://schemas.openxmlformats.org/officeDocument/2006/relationships/slide" Target="slides/slide4.xml"/><Relationship Id="rId11" Type="http://schemas.openxmlformats.org/officeDocument/2006/relationships/slide" Target="slides/slide5.xml"/><Relationship Id="rId12" Type="http://schemas.openxmlformats.org/officeDocument/2006/relationships/slide" Target="slides/slide6.xml"/></Relationships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Relationship Id="rId10" Type="http://schemas.openxmlformats.org/officeDocument/2006/relationships/slideLayout" Target="../slideLayouts/slideLayout10.xml"/><Relationship Id="rId11" Type="http://schemas.openxmlformats.org/officeDocument/2006/relationships/slideLayout" Target="../slideLayouts/slideLayout11.xml"/><Relationship Id="rId1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6.xml"/></Relationships>
</file>

<file path=ppt/slides/_rels/slide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hyperlink" Target="https://destek.ornekfirma.example/memnuniyet" TargetMode="External"/></Relationships>
</file>

<file path=ppt/slides/slide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ctrTitle"/>
          </p:nvPr>
        </p:nvSpPr>
        <p:spPr/>
        <p:txBody>
          <a:bodyPr/>
          <a:lstStyle/>
          <a:p>
            <a:r>
              <a:t>Müşteri Memnuniyeti Sunumu</a:t>
            </a:r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Genel görünüm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rPr sz="2400"/>
              <a:t>Memnuniyet puanı bu yıl dört buçuğa yükseldi</a:t>
            </a:r>
          </a:p>
          <a:p>
            <a:r>
              <a:rPr sz="2400"/>
              <a:t>Çağrı merkezi ortalama bekleme süresi şimdi yarım dakikanın altında</a:t>
            </a:r>
          </a:p>
          <a:p>
            <a:r>
              <a:rPr sz="2400"/>
              <a:t>Şikâyetlerin çoğu teslimat gecikmelerinden kaynaklanıyor</a:t>
            </a:r>
          </a:p>
          <a:p>
            <a:r>
              <a:rPr sz="2400"/>
              <a:t>İade oranı ilk kez yüzde ikinin altına düştü</a:t>
            </a:r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Öne çıkan başarılar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rPr sz="2400"/>
              <a:t>Çözüm süresi kısaldı ve ilk temasta çözüm oranı arttı</a:t>
            </a:r>
          </a:p>
          <a:p>
            <a:r>
              <a:rPr sz="2400"/>
              <a:t>Yeni çağrı yönlendirme sistemi ücretsiz olarak kullanıma sunuldu</a:t>
            </a:r>
          </a:p>
          <a:p>
            <a:r>
              <a:rPr sz="2400"/>
              <a:t>Gönüllü eğitmenler sayesinde şube personeli güçlendirildi</a:t>
            </a:r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Bölge sonuçları</a:t>
            </a:r>
          </a:p>
        </p:txBody>
      </p:sp>
      <p:graphicFrame>
        <p:nvGraphicFramePr>
          <p:cNvPr id="3" name="Table 2"/>
          <p:cNvGraphicFramePr>
            <a:graphicFrameLocks noGrp="1"/>
          </p:cNvGraphicFramePr>
          <p:nvPr/>
        </p:nvGraphicFramePr>
        <p:xfrm>
          <a:off x="640080" y="1737360"/>
          <a:ext cx="7863840" cy="2286000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1965960"/>
                <a:gridCol w="1965960"/>
                <a:gridCol w="1965960"/>
                <a:gridCol w="1965960"/>
              </a:tblGrid>
              <a:tr h="457200">
                <a:tc>
                  <a:txBody>
                    <a:bodyPr/>
                    <a:lstStyle/>
                    <a:p>
                      <a:r>
                        <a:rPr sz="1800"/>
                        <a:t>Bölge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sz="1800"/>
                        <a:t>Anket sayısı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sz="1800"/>
                        <a:t>Puan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sz="1800"/>
                        <a:t>Değişim</a:t>
                      </a:r>
                    </a:p>
                  </a:txBody>
                  <a:tcPr/>
                </a:tc>
              </a:tr>
              <a:tr h="457200">
                <a:tc>
                  <a:txBody>
                    <a:bodyPr/>
                    <a:lstStyle/>
                    <a:p>
                      <a:r>
                        <a:rPr sz="1800"/>
                        <a:t>Marmara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sz="1800"/>
                        <a:t>5120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sz="1800"/>
                        <a:t>4.6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sz="1800"/>
                        <a:t>0.3</a:t>
                      </a:r>
                    </a:p>
                  </a:txBody>
                  <a:tcPr/>
                </a:tc>
              </a:tr>
              <a:tr h="457200">
                <a:tc>
                  <a:txBody>
                    <a:bodyPr/>
                    <a:lstStyle/>
                    <a:p>
                      <a:r>
                        <a:rPr sz="1800"/>
                        <a:t>Ege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sz="1800"/>
                        <a:t>2310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sz="1800"/>
                        <a:t>4.4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sz="1800"/>
                        <a:t>0.1</a:t>
                      </a:r>
                    </a:p>
                  </a:txBody>
                  <a:tcPr/>
                </a:tc>
              </a:tr>
              <a:tr h="457200">
                <a:tc>
                  <a:txBody>
                    <a:bodyPr/>
                    <a:lstStyle/>
                    <a:p>
                      <a:r>
                        <a:rPr sz="1800"/>
                        <a:t>İç Anadolu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sz="1800"/>
                        <a:t>1980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sz="1800"/>
                        <a:t>4.2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/>
                  </a:txBody>
                  <a:tcPr/>
                </a:tc>
              </a:tr>
              <a:tr h="457200">
                <a:tc>
                  <a:txBody>
                    <a:bodyPr/>
                    <a:lstStyle/>
                    <a:p>
                      <a:r>
                        <a:rPr sz="1800"/>
                        <a:t>Güneydoğu Anadolu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/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sz="1800"/>
                        <a:t>4.0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sz="1800"/>
                        <a:t>0.5</a:t>
                      </a:r>
                    </a:p>
                  </a:txBody>
                  <a:tcPr/>
                </a:tc>
              </a:tr>
            </a:tbl>
          </a:graphicData>
        </a:graphic>
      </p:graphicFrame>
    </p:spTree>
  </p:cSld>
  <p:clrMapOvr>
    <a:masterClrMapping/>
  </p:clrMapOvr>
</p:sld>
</file>

<file path=ppt/slides/slide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Yol haritası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rPr sz="2400"/>
              <a:t>Teslimat takip ekranını müşteri uygulamasına eklemek</a:t>
            </a:r>
          </a:p>
          <a:p>
            <a:r>
              <a:rPr sz="2400"/>
              <a:t>Şikâyet kategorilerini yapay zekâ ile otomatik sınıflandırmak</a:t>
            </a:r>
          </a:p>
          <a:p>
            <a:r>
              <a:rPr sz="2400"/>
              <a:t>Müşteri görüşmeleri için aylık dinleme oturumları düzenlemek</a:t>
            </a:r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Teşekkürler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rPr sz="2400"/>
              <a:t>Sorularınız için </a:t>
            </a:r>
            <a:r>
              <a:rPr sz="2400">
                <a:hlinkClick r:id="rId2"/>
              </a:rPr>
              <a:t>destek sayfamızı</a:t>
            </a:r>
            <a:r>
              <a:rPr sz="2400"/>
              <a:t> ziyaret edin</a:t>
            </a: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1</TotalTime>
  <Words>0</Words>
  <Application>Microsoft Macintosh PowerPoint</Application>
  <PresentationFormat>On-screen Show (4:3)</PresentationFormat>
  <Paragraphs>0</Paragraphs>
  <Slides>0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0</vt:i4>
      </vt:variant>
    </vt:vector>
  </HeadingPairs>
  <TitlesOfParts>
    <vt:vector size="1" baseType="lpstr">
      <vt:lpstr>Office Theme</vt:lpstr>
    </vt:vector>
  </TitlesOfParts>
  <Manager/>
  <Company/>
  <LinksUpToDate>false</LinksUpToDate>
  <SharedDoc>false</SharedDoc>
  <HyperlinkBase/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07_deck_turkce</dc:title>
  <dc:subject/>
  <dc:creator>Benchmark</dc:creator>
  <cp:keywords/>
  <dc:description>generated using python-pptx</dc:description>
  <cp:lastModifiedBy>Benchmark</cp:lastModifiedBy>
  <cp:revision>1</cp:revision>
  <dcterms:created xsi:type="dcterms:W3CDTF">2026-10-25T00:00:00Z</dcterms:created>
  <dcterms:modified xsi:type="dcterms:W3CDTF">2026-10-25T00:00:00Z</dcterms:modified>
  <cp:category/>
</cp:coreProperties>
</file>