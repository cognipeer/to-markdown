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roadmap.harborlane.example/2027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Platform Roadmap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we are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Three regions live with ninety-nine point nine percent availability</a:t>
            </a:r>
          </a:p>
          <a:p>
            <a:r>
              <a:rPr sz="2400"/>
              <a:t>Median API latency down by thirty percent year over year</a:t>
            </a:r>
          </a:p>
          <a:p>
            <a:r>
              <a:rPr sz="2400"/>
              <a:t>Self-service onboarding now takes under ten minutes</a:t>
            </a:r>
          </a:p>
          <a:p>
            <a:r>
              <a:rPr sz="2400"/>
              <a:t>Support backlog cleared for the first time since launch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Priorities for next 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Multi-region failover with automatic traffic shifting</a:t>
            </a:r>
          </a:p>
          <a:p>
            <a:r>
              <a:rPr sz="2400"/>
              <a:t>Fine-grained access policies for every workspace</a:t>
            </a:r>
          </a:p>
          <a:p>
            <a:r>
              <a:rPr sz="2400"/>
              <a:t>Usage-based billing with transparent cost alerts</a:t>
            </a:r>
          </a:p>
          <a:p>
            <a:r>
              <a:rPr sz="2400"/>
              <a:t>Public status page and incident timeline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plan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737360"/>
          <a:ext cx="78638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  <a:gridCol w="1965960"/>
                <a:gridCol w="1965960"/>
              </a:tblGrid>
              <a:tr h="457200">
                <a:tc>
                  <a:txBody>
                    <a:bodyPr/>
                    <a:lstStyle/>
                    <a:p>
                      <a:r>
                        <a:rPr sz="1800"/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Headcount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Quarter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/>
                        <a:t>Reliability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Q1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/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380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Q2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/>
                        <a:t>Billing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Q2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/>
                        <a:t>Developer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Q3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and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Vendor lock-in for the managed queue service, mitigated by an abstraction layer</a:t>
            </a:r>
          </a:p>
          <a:p>
            <a:r>
              <a:rPr sz="2400"/>
              <a:t>Hiring delays for security engineers, mitigated by contractor capacity</a:t>
            </a:r>
          </a:p>
          <a:p>
            <a:r>
              <a:rPr sz="2400"/>
              <a:t>Regulatory change in data residency, tracked by the legal working group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Approve the budget table before the end of the month</a:t>
            </a:r>
          </a:p>
          <a:p>
            <a:r>
              <a:rPr sz="2400"/>
              <a:t>Publish the detailed plan on </a:t>
            </a:r>
            <a:r>
              <a:rPr sz="2400">
                <a:hlinkClick r:id="rId2"/>
              </a:rPr>
              <a:t>the roadmap site</a:t>
            </a:r>
          </a:p>
          <a:p>
            <a:r>
              <a:rPr sz="2400"/>
              <a:t>Schedule quarterly reviews with each area owner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06_deck_roadmap</dc:title>
  <dc:subject/>
  <dc:creator>Benchmark</dc:creator>
  <cp:keywords/>
  <dc:description>generated using python-pptx</dc:description>
  <cp:lastModifiedBy>Benchmark</cp:lastModifiedBy>
  <cp:revision>1</cp:revision>
  <dcterms:created xsi:type="dcterms:W3CDTF">2026-10-25T00:00:00Z</dcterms:created>
  <dcterms:modified xsi:type="dcterms:W3CDTF">2026-10-25T00:00:00Z</dcterms:modified>
  <cp:category/>
</cp:coreProperties>
</file>