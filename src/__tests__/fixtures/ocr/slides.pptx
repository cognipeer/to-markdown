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lang="en-US"/>
              <a:t>Product Roadmap 2026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640080"/>
          </a:xfrm>
        </p:spPr>
        <p:txBody>
          <a:bodyPr/>
          <a:lstStyle/>
          <a:p>
            <a:r>
              <a:rPr lang="en-US"/>
              <a:t>Native slide text on slide one.</a:t>
            </a:r>
          </a:p>
          <a:p>
            <a:r>
              <a:rPr lang="en-US"/>
              <a:t>Ürün yol haritası özeti</a:t>
            </a:r>
          </a:p>
        </p:txBody>
      </p:sp>
      <p:pic>
        <p:nvPicPr>
          <p:cNvPr id="4" name="roadmap.png" descr="Roadmap char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82296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85800"/>
          </a:xfrm>
        </p:spPr>
        <p:txBody>
          <a:bodyPr/>
          <a:lstStyle/>
          <a:p>
            <a:r>
              <a:rPr lang="en-US"/>
              <a:t>Customer Success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640080"/>
          </a:xfrm>
        </p:spPr>
        <p:txBody>
          <a:bodyPr/>
          <a:lstStyle/>
          <a:p>
            <a:r>
              <a:rPr lang="en-US"/>
              <a:t>Native slide text on slide two.</a:t>
            </a:r>
          </a:p>
          <a:p>
            <a:r>
              <a:rPr lang="en-US"/>
              <a:t>Müşteri başarı metrikleri</a:t>
            </a:r>
          </a:p>
        </p:txBody>
      </p:sp>
      <p:pic>
        <p:nvPicPr>
          <p:cNvPr id="4" name="metrics.png" descr="Customer metrics table sc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822960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c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